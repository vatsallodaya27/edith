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 conducted by Nimbus Labs in September 2026. Sample: 1,200 customers. Data collected via an online questionnaire covering satisfaction, app performance, and invoicing.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Overall customer satisfaction increased to 82 %, up from 74 % in Q2. Top complaint: Mobile app speed (38 % of respondents). Second complaint: Confusing invoices (21 % of respondents).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satisfaction is improving, but app performance remains the biggest pain point. Prioritise enhancements to mobile app speed in Q4 to sustain satisfaction growth. Address invoice clarity to reduce the secondary complaint.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Survey Report Summary</a:t>
            </a:r>
          </a:p>
        </p:txBody>
      </p:sp>
      <p:sp>
        <p:nvSpPr>
          <p:cNvPr id="3" name="Subtitle 2"/>
          <p:cNvSpPr>
            <a:spLocks noGrp="1"/>
          </p:cNvSpPr>
          <p:nvPr>
            <p:ph type="subTitle" idx="1"/>
          </p:nvPr>
        </p:nvSpPr>
        <p:spPr/>
        <p:txBody>
          <a:bodyPr/>
          <a:lstStyle/>
          <a:p>
            <a:r>
              <a:t>Nimbus Labs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Nimbus Labs, September 2026</a:t>
            </a:r>
          </a:p>
          <a:p>
            <a:r>
              <a:t>1,200 customers surveyed</a:t>
            </a:r>
          </a:p>
          <a:p>
            <a:r>
              <a:t>Online questionnaire on satisfaction, app performance, invoicing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r>
              <a:t>Satisfaction up to 82% (vs 74% Q2)</a:t>
            </a:r>
          </a:p>
          <a:p>
            <a:r>
              <a:t>Top complaint: Mobile app speed (38%)</a:t>
            </a:r>
          </a:p>
          <a:p>
            <a:r>
              <a:t>Second complaint: Confusing invoices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 &amp; Recommendations</a:t>
            </a:r>
          </a:p>
        </p:txBody>
      </p:sp>
      <p:sp>
        <p:nvSpPr>
          <p:cNvPr id="3" name="Content Placeholder 2"/>
          <p:cNvSpPr>
            <a:spLocks noGrp="1"/>
          </p:cNvSpPr>
          <p:nvPr>
            <p:ph idx="1"/>
          </p:nvPr>
        </p:nvSpPr>
        <p:spPr/>
        <p:txBody>
          <a:bodyPr/>
          <a:lstStyle/>
          <a:p>
            <a:r>
              <a:t>Satisfaction improving, but app performance remains pain point</a:t>
            </a:r>
          </a:p>
          <a:p>
            <a:r>
              <a:t>Prioritise mobile app speed enhancements in Q4</a:t>
            </a:r>
          </a:p>
          <a:p>
            <a:r>
              <a:t>Improve invoice clarity to reduce secondary complaint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